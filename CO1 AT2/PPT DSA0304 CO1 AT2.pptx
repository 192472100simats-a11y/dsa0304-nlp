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77" r:id="rId4"/>
    <p:sldId id="278" r:id="rId5"/>
    <p:sldId id="258" r:id="rId6"/>
    <p:sldId id="280" r:id="rId7"/>
    <p:sldId id="279" r:id="rId8"/>
    <p:sldId id="269" r:id="rId9"/>
    <p:sldId id="281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990E1F-CC96-48C1-A1F6-67799066C107}" v="23" dt="2026-07-22T06:16:42.9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206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odhakrishna0915@gmail.com" userId="2ed6893a14806e94" providerId="LiveId" clId="{63216A69-3893-4781-A74C-DC283BBD64B1}"/>
    <pc:docChg chg="undo custSel addSld delSld modSld sldOrd">
      <pc:chgData name="yasodhakrishna0915@gmail.com" userId="2ed6893a14806e94" providerId="LiveId" clId="{63216A69-3893-4781-A74C-DC283BBD64B1}" dt="2026-07-24T11:02:56.372" v="501" actId="14100"/>
      <pc:docMkLst>
        <pc:docMk/>
      </pc:docMkLst>
      <pc:sldChg chg="modSp mod">
        <pc:chgData name="yasodhakrishna0915@gmail.com" userId="2ed6893a14806e94" providerId="LiveId" clId="{63216A69-3893-4781-A74C-DC283BBD64B1}" dt="2026-07-22T05:35:54.387" v="358" actId="1076"/>
        <pc:sldMkLst>
          <pc:docMk/>
          <pc:sldMk cId="0" sldId="256"/>
        </pc:sldMkLst>
        <pc:spChg chg="mod">
          <ac:chgData name="yasodhakrishna0915@gmail.com" userId="2ed6893a14806e94" providerId="LiveId" clId="{63216A69-3893-4781-A74C-DC283BBD64B1}" dt="2026-07-15T08:54:40.739" v="153" actId="276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yasodhakrishna0915@gmail.com" userId="2ed6893a14806e94" providerId="LiveId" clId="{63216A69-3893-4781-A74C-DC283BBD64B1}" dt="2026-07-15T08:53:47.594" v="146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yasodhakrishna0915@gmail.com" userId="2ed6893a14806e94" providerId="LiveId" clId="{63216A69-3893-4781-A74C-DC283BBD64B1}" dt="2026-07-22T05:35:54.387" v="358" actId="1076"/>
          <ac:spMkLst>
            <pc:docMk/>
            <pc:sldMk cId="0" sldId="256"/>
            <ac:spMk id="4" creationId="{F863E993-DEE3-4481-B822-EA4B1C996A8E}"/>
          </ac:spMkLst>
        </pc:spChg>
      </pc:sldChg>
      <pc:sldChg chg="modSp mod">
        <pc:chgData name="yasodhakrishna0915@gmail.com" userId="2ed6893a14806e94" providerId="LiveId" clId="{63216A69-3893-4781-A74C-DC283BBD64B1}" dt="2026-07-22T06:05:07.093" v="419" actId="1076"/>
        <pc:sldMkLst>
          <pc:docMk/>
          <pc:sldMk cId="0" sldId="257"/>
        </pc:sldMkLst>
        <pc:spChg chg="mod">
          <ac:chgData name="yasodhakrishna0915@gmail.com" userId="2ed6893a14806e94" providerId="LiveId" clId="{63216A69-3893-4781-A74C-DC283BBD64B1}" dt="2026-07-15T09:00:39.247" v="183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yasodhakrishna0915@gmail.com" userId="2ed6893a14806e94" providerId="LiveId" clId="{63216A69-3893-4781-A74C-DC283BBD64B1}" dt="2026-07-22T06:05:07.093" v="419" actId="1076"/>
          <ac:spMkLst>
            <pc:docMk/>
            <pc:sldMk cId="0" sldId="257"/>
            <ac:spMk id="7" creationId="{3F5620E0-EBA5-456E-851F-19C81EF4A016}"/>
          </ac:spMkLst>
        </pc:spChg>
      </pc:sldChg>
      <pc:sldChg chg="addSp delSp modSp mod">
        <pc:chgData name="yasodhakrishna0915@gmail.com" userId="2ed6893a14806e94" providerId="LiveId" clId="{63216A69-3893-4781-A74C-DC283BBD64B1}" dt="2026-07-15T09:15:43.108" v="339" actId="2711"/>
        <pc:sldMkLst>
          <pc:docMk/>
          <pc:sldMk cId="0" sldId="258"/>
        </pc:sldMkLst>
        <pc:spChg chg="mod">
          <ac:chgData name="yasodhakrishna0915@gmail.com" userId="2ed6893a14806e94" providerId="LiveId" clId="{63216A69-3893-4781-A74C-DC283BBD64B1}" dt="2026-07-15T09:13:02.234" v="320" actId="27636"/>
          <ac:spMkLst>
            <pc:docMk/>
            <pc:sldMk cId="0" sldId="258"/>
            <ac:spMk id="2" creationId="{00000000-0000-0000-0000-000000000000}"/>
          </ac:spMkLst>
        </pc:spChg>
        <pc:spChg chg="mod">
          <ac:chgData name="yasodhakrishna0915@gmail.com" userId="2ed6893a14806e94" providerId="LiveId" clId="{63216A69-3893-4781-A74C-DC283BBD64B1}" dt="2026-07-15T09:06:34.468" v="207" actId="20577"/>
          <ac:spMkLst>
            <pc:docMk/>
            <pc:sldMk cId="0" sldId="258"/>
            <ac:spMk id="3" creationId="{00000000-0000-0000-0000-000000000000}"/>
          </ac:spMkLst>
        </pc:spChg>
        <pc:graphicFrameChg chg="add mod modGraphic">
          <ac:chgData name="yasodhakrishna0915@gmail.com" userId="2ed6893a14806e94" providerId="LiveId" clId="{63216A69-3893-4781-A74C-DC283BBD64B1}" dt="2026-07-15T09:13:51.658" v="328" actId="1076"/>
          <ac:graphicFrameMkLst>
            <pc:docMk/>
            <pc:sldMk cId="0" sldId="258"/>
            <ac:graphicFrameMk id="7" creationId="{5493580B-4F06-BE16-7705-E5EF62BDD6D7}"/>
          </ac:graphicFrameMkLst>
        </pc:graphicFrameChg>
        <pc:graphicFrameChg chg="add mod modGraphic">
          <ac:chgData name="yasodhakrishna0915@gmail.com" userId="2ed6893a14806e94" providerId="LiveId" clId="{63216A69-3893-4781-A74C-DC283BBD64B1}" dt="2026-07-15T09:13:07.817" v="321" actId="1076"/>
          <ac:graphicFrameMkLst>
            <pc:docMk/>
            <pc:sldMk cId="0" sldId="258"/>
            <ac:graphicFrameMk id="10" creationId="{7951593D-AB5A-3E48-90F7-7F0DFE62DC8F}"/>
          </ac:graphicFrameMkLst>
        </pc:graphicFrameChg>
        <pc:graphicFrameChg chg="add mod modGraphic">
          <ac:chgData name="yasodhakrishna0915@gmail.com" userId="2ed6893a14806e94" providerId="LiveId" clId="{63216A69-3893-4781-A74C-DC283BBD64B1}" dt="2026-07-15T09:15:43.108" v="339" actId="2711"/>
          <ac:graphicFrameMkLst>
            <pc:docMk/>
            <pc:sldMk cId="0" sldId="258"/>
            <ac:graphicFrameMk id="11" creationId="{D0D72B39-E7E1-401C-3B3B-6F65DE5AA4DF}"/>
          </ac:graphicFrameMkLst>
        </pc:graphicFrameChg>
        <pc:graphicFrameChg chg="add mod modGraphic">
          <ac:chgData name="yasodhakrishna0915@gmail.com" userId="2ed6893a14806e94" providerId="LiveId" clId="{63216A69-3893-4781-A74C-DC283BBD64B1}" dt="2026-07-15T09:15:33.173" v="338" actId="207"/>
          <ac:graphicFrameMkLst>
            <pc:docMk/>
            <pc:sldMk cId="0" sldId="258"/>
            <ac:graphicFrameMk id="12" creationId="{11EB1E9F-6172-1D2D-D15E-D08B64B1AC96}"/>
          </ac:graphicFrameMkLst>
        </pc:graphicFrameChg>
      </pc:sldChg>
      <pc:sldChg chg="modSp mod">
        <pc:chgData name="yasodhakrishna0915@gmail.com" userId="2ed6893a14806e94" providerId="LiveId" clId="{63216A69-3893-4781-A74C-DC283BBD64B1}" dt="2026-07-22T06:17:58.696" v="489" actId="20577"/>
        <pc:sldMkLst>
          <pc:docMk/>
          <pc:sldMk cId="1443272228" sldId="269"/>
        </pc:sldMkLst>
        <pc:spChg chg="mod">
          <ac:chgData name="yasodhakrishna0915@gmail.com" userId="2ed6893a14806e94" providerId="LiveId" clId="{63216A69-3893-4781-A74C-DC283BBD64B1}" dt="2026-07-22T06:17:58.696" v="489" actId="20577"/>
          <ac:spMkLst>
            <pc:docMk/>
            <pc:sldMk cId="1443272228" sldId="269"/>
            <ac:spMk id="2" creationId="{00000000-0000-0000-0000-000000000000}"/>
          </ac:spMkLst>
        </pc:spChg>
        <pc:spChg chg="mod">
          <ac:chgData name="yasodhakrishna0915@gmail.com" userId="2ed6893a14806e94" providerId="LiveId" clId="{63216A69-3893-4781-A74C-DC283BBD64B1}" dt="2026-07-22T06:06:56.698" v="423" actId="1076"/>
          <ac:spMkLst>
            <pc:docMk/>
            <pc:sldMk cId="1443272228" sldId="269"/>
            <ac:spMk id="7" creationId="{AF2B067E-D7A2-8CFC-254C-B5E03BB2774A}"/>
          </ac:spMkLst>
        </pc:spChg>
      </pc:sldChg>
      <pc:sldChg chg="modSp mod">
        <pc:chgData name="yasodhakrishna0915@gmail.com" userId="2ed6893a14806e94" providerId="LiveId" clId="{63216A69-3893-4781-A74C-DC283BBD64B1}" dt="2026-07-15T09:02:56.319" v="197" actId="14100"/>
        <pc:sldMkLst>
          <pc:docMk/>
          <pc:sldMk cId="2019955466" sldId="277"/>
        </pc:sldMkLst>
        <pc:spChg chg="mod">
          <ac:chgData name="yasodhakrishna0915@gmail.com" userId="2ed6893a14806e94" providerId="LiveId" clId="{63216A69-3893-4781-A74C-DC283BBD64B1}" dt="2026-07-15T09:02:42.635" v="195" actId="113"/>
          <ac:spMkLst>
            <pc:docMk/>
            <pc:sldMk cId="2019955466" sldId="277"/>
            <ac:spMk id="2" creationId="{3283121E-3298-E7F0-14D8-E05B490CB547}"/>
          </ac:spMkLst>
        </pc:spChg>
        <pc:spChg chg="mod">
          <ac:chgData name="yasodhakrishna0915@gmail.com" userId="2ed6893a14806e94" providerId="LiveId" clId="{63216A69-3893-4781-A74C-DC283BBD64B1}" dt="2026-07-15T09:02:56.319" v="197" actId="14100"/>
          <ac:spMkLst>
            <pc:docMk/>
            <pc:sldMk cId="2019955466" sldId="277"/>
            <ac:spMk id="3" creationId="{800DCE3A-CDD2-CA53-63B2-41C46E514ABF}"/>
          </ac:spMkLst>
        </pc:spChg>
      </pc:sldChg>
      <pc:sldChg chg="modSp mod">
        <pc:chgData name="yasodhakrishna0915@gmail.com" userId="2ed6893a14806e94" providerId="LiveId" clId="{63216A69-3893-4781-A74C-DC283BBD64B1}" dt="2026-07-22T06:17:07.626" v="472" actId="255"/>
        <pc:sldMkLst>
          <pc:docMk/>
          <pc:sldMk cId="4077457972" sldId="278"/>
        </pc:sldMkLst>
        <pc:spChg chg="mod">
          <ac:chgData name="yasodhakrishna0915@gmail.com" userId="2ed6893a14806e94" providerId="LiveId" clId="{63216A69-3893-4781-A74C-DC283BBD64B1}" dt="2026-07-15T09:06:11.095" v="205" actId="113"/>
          <ac:spMkLst>
            <pc:docMk/>
            <pc:sldMk cId="4077457972" sldId="278"/>
            <ac:spMk id="2" creationId="{0419D912-71A5-ABE3-5C59-BFB04576AF1C}"/>
          </ac:spMkLst>
        </pc:spChg>
        <pc:spChg chg="mod">
          <ac:chgData name="yasodhakrishna0915@gmail.com" userId="2ed6893a14806e94" providerId="LiveId" clId="{63216A69-3893-4781-A74C-DC283BBD64B1}" dt="2026-07-22T06:17:07.626" v="472" actId="255"/>
          <ac:spMkLst>
            <pc:docMk/>
            <pc:sldMk cId="4077457972" sldId="278"/>
            <ac:spMk id="3" creationId="{269CFECD-FF34-1AF5-7843-FF711D009DE2}"/>
          </ac:spMkLst>
        </pc:spChg>
      </pc:sldChg>
      <pc:sldChg chg="addSp delSp modSp new mod ord">
        <pc:chgData name="yasodhakrishna0915@gmail.com" userId="2ed6893a14806e94" providerId="LiveId" clId="{63216A69-3893-4781-A74C-DC283BBD64B1}" dt="2026-07-24T11:02:49.631" v="500" actId="1076"/>
        <pc:sldMkLst>
          <pc:docMk/>
          <pc:sldMk cId="3058018376" sldId="279"/>
        </pc:sldMkLst>
        <pc:spChg chg="mod">
          <ac:chgData name="yasodhakrishna0915@gmail.com" userId="2ed6893a14806e94" providerId="LiveId" clId="{63216A69-3893-4781-A74C-DC283BBD64B1}" dt="2026-07-22T05:51:44.282" v="402" actId="2711"/>
          <ac:spMkLst>
            <pc:docMk/>
            <pc:sldMk cId="3058018376" sldId="279"/>
            <ac:spMk id="2" creationId="{49686202-B78B-A639-3B3B-B0EC965C5CA5}"/>
          </ac:spMkLst>
        </pc:spChg>
        <pc:spChg chg="add del mod">
          <ac:chgData name="yasodhakrishna0915@gmail.com" userId="2ed6893a14806e94" providerId="LiveId" clId="{63216A69-3893-4781-A74C-DC283BBD64B1}" dt="2026-07-24T11:02:44.488" v="498" actId="478"/>
          <ac:spMkLst>
            <pc:docMk/>
            <pc:sldMk cId="3058018376" sldId="279"/>
            <ac:spMk id="4" creationId="{DD1A8C54-7693-19EF-6F4C-F3F22624EC1D}"/>
          </ac:spMkLst>
        </pc:spChg>
        <pc:picChg chg="add del mod ord">
          <ac:chgData name="yasodhakrishna0915@gmail.com" userId="2ed6893a14806e94" providerId="LiveId" clId="{63216A69-3893-4781-A74C-DC283BBD64B1}" dt="2026-07-24T11:02:36.050" v="495" actId="478"/>
          <ac:picMkLst>
            <pc:docMk/>
            <pc:sldMk cId="3058018376" sldId="279"/>
            <ac:picMk id="5" creationId="{41664CA6-1EC0-0565-C41B-9B4A672006B8}"/>
          </ac:picMkLst>
        </pc:picChg>
        <pc:picChg chg="add mod">
          <ac:chgData name="yasodhakrishna0915@gmail.com" userId="2ed6893a14806e94" providerId="LiveId" clId="{63216A69-3893-4781-A74C-DC283BBD64B1}" dt="2026-07-24T11:02:49.631" v="500" actId="1076"/>
          <ac:picMkLst>
            <pc:docMk/>
            <pc:sldMk cId="3058018376" sldId="279"/>
            <ac:picMk id="7" creationId="{E2635564-499F-7BF4-8E21-85F63DF0F281}"/>
          </ac:picMkLst>
        </pc:picChg>
      </pc:sldChg>
      <pc:sldChg chg="addSp delSp modSp new mod ord">
        <pc:chgData name="yasodhakrishna0915@gmail.com" userId="2ed6893a14806e94" providerId="LiveId" clId="{63216A69-3893-4781-A74C-DC283BBD64B1}" dt="2026-07-24T11:02:56.372" v="501" actId="14100"/>
        <pc:sldMkLst>
          <pc:docMk/>
          <pc:sldMk cId="2273157300" sldId="280"/>
        </pc:sldMkLst>
        <pc:spChg chg="mod">
          <ac:chgData name="yasodhakrishna0915@gmail.com" userId="2ed6893a14806e94" providerId="LiveId" clId="{63216A69-3893-4781-A74C-DC283BBD64B1}" dt="2026-07-22T05:43:53.077" v="378" actId="2711"/>
          <ac:spMkLst>
            <pc:docMk/>
            <pc:sldMk cId="2273157300" sldId="280"/>
            <ac:spMk id="2" creationId="{4AE1633C-5231-E786-BAB3-787D0C3EF5A4}"/>
          </ac:spMkLst>
        </pc:spChg>
        <pc:spChg chg="add del mod">
          <ac:chgData name="yasodhakrishna0915@gmail.com" userId="2ed6893a14806e94" providerId="LiveId" clId="{63216A69-3893-4781-A74C-DC283BBD64B1}" dt="2026-07-24T11:02:05.030" v="492" actId="22"/>
          <ac:spMkLst>
            <pc:docMk/>
            <pc:sldMk cId="2273157300" sldId="280"/>
            <ac:spMk id="4" creationId="{347D2774-1337-62A4-BB2C-DE7F5138433F}"/>
          </ac:spMkLst>
        </pc:spChg>
        <pc:picChg chg="add del mod ord">
          <ac:chgData name="yasodhakrishna0915@gmail.com" userId="2ed6893a14806e94" providerId="LiveId" clId="{63216A69-3893-4781-A74C-DC283BBD64B1}" dt="2026-07-24T11:01:54.180" v="490" actId="478"/>
          <ac:picMkLst>
            <pc:docMk/>
            <pc:sldMk cId="2273157300" sldId="280"/>
            <ac:picMk id="5" creationId="{ECD7F116-1BCD-BE25-6E7A-CAAD72E2DDA0}"/>
          </ac:picMkLst>
        </pc:picChg>
        <pc:picChg chg="add del mod">
          <ac:chgData name="yasodhakrishna0915@gmail.com" userId="2ed6893a14806e94" providerId="LiveId" clId="{63216A69-3893-4781-A74C-DC283BBD64B1}" dt="2026-07-24T11:01:59.723" v="491" actId="478"/>
          <ac:picMkLst>
            <pc:docMk/>
            <pc:sldMk cId="2273157300" sldId="280"/>
            <ac:picMk id="7" creationId="{1C041545-7283-C7DF-BCA7-61D1324996B3}"/>
          </ac:picMkLst>
        </pc:picChg>
        <pc:picChg chg="add mod ord">
          <ac:chgData name="yasodhakrishna0915@gmail.com" userId="2ed6893a14806e94" providerId="LiveId" clId="{63216A69-3893-4781-A74C-DC283BBD64B1}" dt="2026-07-24T11:02:56.372" v="501" actId="14100"/>
          <ac:picMkLst>
            <pc:docMk/>
            <pc:sldMk cId="2273157300" sldId="280"/>
            <ac:picMk id="8" creationId="{D7EA318A-4592-4913-D19C-BF0C3F0FF965}"/>
          </ac:picMkLst>
        </pc:picChg>
      </pc:sldChg>
      <pc:sldChg chg="addSp modSp new mod">
        <pc:chgData name="yasodhakrishna0915@gmail.com" userId="2ed6893a14806e94" providerId="LiveId" clId="{63216A69-3893-4781-A74C-DC283BBD64B1}" dt="2026-07-22T06:11:03.073" v="464" actId="14100"/>
        <pc:sldMkLst>
          <pc:docMk/>
          <pc:sldMk cId="49916752" sldId="281"/>
        </pc:sldMkLst>
        <pc:spChg chg="mod">
          <ac:chgData name="yasodhakrishna0915@gmail.com" userId="2ed6893a14806e94" providerId="LiveId" clId="{63216A69-3893-4781-A74C-DC283BBD64B1}" dt="2026-07-22T06:07:12.034" v="436" actId="113"/>
          <ac:spMkLst>
            <pc:docMk/>
            <pc:sldMk cId="49916752" sldId="281"/>
            <ac:spMk id="2" creationId="{C14CA6E4-34DF-5719-F2B3-8C1A0F247060}"/>
          </ac:spMkLst>
        </pc:spChg>
        <pc:spChg chg="add mod">
          <ac:chgData name="yasodhakrishna0915@gmail.com" userId="2ed6893a14806e94" providerId="LiveId" clId="{63216A69-3893-4781-A74C-DC283BBD64B1}" dt="2026-07-22T06:11:03.073" v="464" actId="14100"/>
          <ac:spMkLst>
            <pc:docMk/>
            <pc:sldMk cId="49916752" sldId="281"/>
            <ac:spMk id="3" creationId="{035A0D3B-C200-A728-B327-E94B4B4C9C1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362BFC-67ED-4591-9204-29B33FF59CC2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A4B-E27D-4F87-BF67-7F639E9AD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061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5A7A4B-E27D-4F87-BF67-7F639E9AD44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171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4910" y="1560365"/>
            <a:ext cx="10363200" cy="1470025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of Inflectional and Derivational Morphology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9310" y="4189769"/>
            <a:ext cx="8534400" cy="2668231"/>
          </a:xfrm>
        </p:spPr>
        <p:txBody>
          <a:bodyPr>
            <a:normAutofit/>
          </a:bodyPr>
          <a:lstStyle/>
          <a:p>
            <a:r>
              <a:rPr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endParaRPr lang="en-US" sz="28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Yasodha Krishna</a:t>
            </a:r>
            <a:r>
              <a:rPr lang="en-I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192472100</a:t>
            </a:r>
          </a:p>
          <a:p>
            <a:endParaRPr lang="en-IN" b="1" dirty="0">
              <a:solidFill>
                <a:srgbClr val="FF0000"/>
              </a:solidFill>
            </a:endParaRPr>
          </a:p>
          <a:p>
            <a:endParaRPr lang="en-IN" b="1" dirty="0">
              <a:solidFill>
                <a:srgbClr val="FF0000"/>
              </a:solidFill>
            </a:endParaRPr>
          </a:p>
          <a:p>
            <a:endParaRPr lang="en-IN" b="1" dirty="0">
              <a:solidFill>
                <a:srgbClr val="FF0000"/>
              </a:solidFill>
            </a:endParaRPr>
          </a:p>
          <a:p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63E993-DEE3-4481-B822-EA4B1C996A8E}"/>
              </a:ext>
            </a:extLst>
          </p:cNvPr>
          <p:cNvSpPr txBox="1"/>
          <p:nvPr/>
        </p:nvSpPr>
        <p:spPr>
          <a:xfrm>
            <a:off x="0" y="330439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DSA0304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NATURAL LANGUAGE PROCESSING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209" y="662172"/>
            <a:ext cx="10972800" cy="114300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Morphology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3F5620E0-EBA5-456E-851F-19C81EF4A0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2005056"/>
            <a:ext cx="10972800" cy="5196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Morphology is the study of word formation and structure.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examines how words are built using morphemes.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Morphemes are the smallest units of meaning in a language.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Play +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Book + s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Unhappy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Un + Happy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Morphology is divided into: 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Inflectional Morphology 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Derivational Morphology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3121E-3298-E7F0-14D8-E05B490CB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Inflectional Morphology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DCE3A-CDD2-CA53-63B2-41C46E514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490" y="1986095"/>
            <a:ext cx="10816205" cy="4680279"/>
          </a:xfrm>
        </p:spPr>
        <p:txBody>
          <a:bodyPr>
            <a:no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the grammatical form of a word.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create a new word.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word's basic meaning remains the same.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indicate: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Tense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 → played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→ books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walk → walking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B8B95C-0BAF-085E-432F-4BCB66BC856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109BBD-51DA-C4FB-F32D-F9BB2758E02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9955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9D912-71A5-ABE3-5C59-BFB04576A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Derivational Morphology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CFECD-FF34-1AF5-7843-FF711D009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937" y="2192027"/>
            <a:ext cx="10145086" cy="3198301"/>
          </a:xfrm>
        </p:spPr>
        <p:txBody>
          <a:bodyPr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Derivational morphology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process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new word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done by adding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prefix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 root word.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the meaning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word.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also change the word type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(noun, verb, adjective, etc.).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computers understand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words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NLP.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Happy → Happiness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 → Teacher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→ Rewrite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 → Careless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→ Useful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15F141-66BC-6131-6F1C-FE8B9A825A8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0057FB-DC71-372C-2CCD-AB497772648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7457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4910" y="1325563"/>
            <a:ext cx="11582400" cy="5108793"/>
          </a:xfrm>
        </p:spPr>
        <p:txBody>
          <a:bodyPr>
            <a:noAutofit/>
          </a:bodyPr>
          <a:lstStyle/>
          <a:p>
            <a:pPr marL="0" indent="269875">
              <a:lnSpc>
                <a:spcPct val="120000"/>
              </a:lnSpc>
              <a:spcBef>
                <a:spcPts val="600"/>
              </a:spcBef>
              <a:buNone/>
            </a:pPr>
            <a:endParaRPr lang="en-US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269875">
              <a:lnSpc>
                <a:spcPct val="120000"/>
              </a:lnSpc>
              <a:spcBef>
                <a:spcPts val="600"/>
              </a:spcBef>
              <a:buNone/>
            </a:pP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493580B-4F06-BE16-7705-E5EF62BDD6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410232"/>
              </p:ext>
            </p:extLst>
          </p:nvPr>
        </p:nvGraphicFramePr>
        <p:xfrm>
          <a:off x="1061545" y="6210891"/>
          <a:ext cx="10972800" cy="109728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488246734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91467285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8314790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2232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372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00684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951593D-AB5A-3E48-90F7-7F0DFE62DC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827592"/>
              </p:ext>
            </p:extLst>
          </p:nvPr>
        </p:nvGraphicFramePr>
        <p:xfrm>
          <a:off x="1492469" y="1970921"/>
          <a:ext cx="8838825" cy="209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6275">
                  <a:extLst>
                    <a:ext uri="{9D8B030D-6E8A-4147-A177-3AD203B41FA5}">
                      <a16:colId xmlns:a16="http://schemas.microsoft.com/office/drawing/2014/main" val="580352532"/>
                    </a:ext>
                  </a:extLst>
                </a:gridCol>
                <a:gridCol w="2946275">
                  <a:extLst>
                    <a:ext uri="{9D8B030D-6E8A-4147-A177-3AD203B41FA5}">
                      <a16:colId xmlns:a16="http://schemas.microsoft.com/office/drawing/2014/main" val="1477783908"/>
                    </a:ext>
                  </a:extLst>
                </a:gridCol>
                <a:gridCol w="2946275">
                  <a:extLst>
                    <a:ext uri="{9D8B030D-6E8A-4147-A177-3AD203B41FA5}">
                      <a16:colId xmlns:a16="http://schemas.microsoft.com/office/drawing/2014/main" val="1745282170"/>
                    </a:ext>
                  </a:extLst>
                </a:gridCol>
              </a:tblGrid>
              <a:tr h="41393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807612"/>
                  </a:ext>
                </a:extLst>
              </a:tr>
              <a:tr h="41968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805615"/>
                  </a:ext>
                </a:extLst>
              </a:tr>
              <a:tr h="41968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439941"/>
                  </a:ext>
                </a:extLst>
              </a:tr>
              <a:tr h="41968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762066"/>
                  </a:ext>
                </a:extLst>
              </a:tr>
              <a:tr h="41968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3378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0D72B39-E7E1-401C-3B3B-6F65DE5AA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904460"/>
              </p:ext>
            </p:extLst>
          </p:nvPr>
        </p:nvGraphicFramePr>
        <p:xfrm>
          <a:off x="1492469" y="1984540"/>
          <a:ext cx="8838825" cy="2019820"/>
        </p:xfrm>
        <a:graphic>
          <a:graphicData uri="http://schemas.openxmlformats.org/drawingml/2006/table">
            <a:tbl>
              <a:tblPr/>
              <a:tblGrid>
                <a:gridCol w="2940263">
                  <a:extLst>
                    <a:ext uri="{9D8B030D-6E8A-4147-A177-3AD203B41FA5}">
                      <a16:colId xmlns:a16="http://schemas.microsoft.com/office/drawing/2014/main" val="3806070071"/>
                    </a:ext>
                  </a:extLst>
                </a:gridCol>
                <a:gridCol w="2949281">
                  <a:extLst>
                    <a:ext uri="{9D8B030D-6E8A-4147-A177-3AD203B41FA5}">
                      <a16:colId xmlns:a16="http://schemas.microsoft.com/office/drawing/2014/main" val="839164028"/>
                    </a:ext>
                  </a:extLst>
                </a:gridCol>
                <a:gridCol w="2949281">
                  <a:extLst>
                    <a:ext uri="{9D8B030D-6E8A-4147-A177-3AD203B41FA5}">
                      <a16:colId xmlns:a16="http://schemas.microsoft.com/office/drawing/2014/main" val="2003641470"/>
                    </a:ext>
                  </a:extLst>
                </a:gridCol>
              </a:tblGrid>
              <a:tr h="403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Inflectional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Derivational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471235"/>
                  </a:ext>
                </a:extLst>
              </a:tr>
              <a:tr h="403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Creates New 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592603"/>
                  </a:ext>
                </a:extLst>
              </a:tr>
              <a:tr h="403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Changes 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Little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3612178"/>
                  </a:ext>
                </a:extLst>
              </a:tr>
              <a:tr h="403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Changes Word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Often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331519"/>
                  </a:ext>
                </a:extLst>
              </a:tr>
              <a:tr h="403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Grammar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Word 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391192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1EB1E9F-6172-1D2D-D15E-D08B64B1A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25704"/>
              </p:ext>
            </p:extLst>
          </p:nvPr>
        </p:nvGraphicFramePr>
        <p:xfrm>
          <a:off x="1492469" y="4780816"/>
          <a:ext cx="8838825" cy="13708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6275">
                  <a:extLst>
                    <a:ext uri="{9D8B030D-6E8A-4147-A177-3AD203B41FA5}">
                      <a16:colId xmlns:a16="http://schemas.microsoft.com/office/drawing/2014/main" val="53245772"/>
                    </a:ext>
                  </a:extLst>
                </a:gridCol>
                <a:gridCol w="2946275">
                  <a:extLst>
                    <a:ext uri="{9D8B030D-6E8A-4147-A177-3AD203B41FA5}">
                      <a16:colId xmlns:a16="http://schemas.microsoft.com/office/drawing/2014/main" val="2344024625"/>
                    </a:ext>
                  </a:extLst>
                </a:gridCol>
                <a:gridCol w="2946275">
                  <a:extLst>
                    <a:ext uri="{9D8B030D-6E8A-4147-A177-3AD203B41FA5}">
                      <a16:colId xmlns:a16="http://schemas.microsoft.com/office/drawing/2014/main" val="900583406"/>
                    </a:ext>
                  </a:extLst>
                </a:gridCol>
              </a:tblGrid>
              <a:tr h="456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 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Inflectional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Derivational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0113019"/>
                  </a:ext>
                </a:extLst>
              </a:tr>
              <a:tr h="456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5911456"/>
                  </a:ext>
                </a:extLst>
              </a:tr>
              <a:tr h="456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happy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happier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happiness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68270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1633C-5231-E786-BAB3-787D0C3EF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7EA318A-4592-4913-D19C-BF0C3F0FF9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3573" y="1781752"/>
            <a:ext cx="6973072" cy="382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157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86202-B78B-A639-3B3B-B0EC965C5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635564-499F-7BF4-8E21-85F63DF0F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035" y="1912425"/>
            <a:ext cx="6483605" cy="344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018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I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Applications 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261174" y="1810581"/>
            <a:ext cx="9253057" cy="4455995"/>
          </a:xfrm>
        </p:spPr>
        <p:txBody>
          <a:bodyPr>
            <a:noAutofit/>
          </a:bodyPr>
          <a:lstStyle/>
          <a:p>
            <a:pPr marL="0" indent="269875">
              <a:lnSpc>
                <a:spcPct val="120000"/>
              </a:lnSpc>
              <a:spcBef>
                <a:spcPts val="600"/>
              </a:spcBef>
              <a:buNone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269875">
              <a:lnSpc>
                <a:spcPct val="120000"/>
              </a:lnSpc>
              <a:spcBef>
                <a:spcPts val="600"/>
              </a:spcBef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269875">
              <a:lnSpc>
                <a:spcPct val="120000"/>
              </a:lnSpc>
              <a:spcBef>
                <a:spcPts val="600"/>
              </a:spcBef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2B067E-D7A2-8CFC-254C-B5E03BB2774A}"/>
              </a:ext>
            </a:extLst>
          </p:cNvPr>
          <p:cNvSpPr txBox="1"/>
          <p:nvPr/>
        </p:nvSpPr>
        <p:spPr>
          <a:xfrm>
            <a:off x="1182818" y="2145752"/>
            <a:ext cx="925305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Ambiguous word forms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language rules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unseen words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variations across languages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in NLP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Translation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Engines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Analytics</a:t>
            </a:r>
          </a:p>
        </p:txBody>
      </p:sp>
    </p:spTree>
    <p:extLst>
      <p:ext uri="{BB962C8B-B14F-4D97-AF65-F5344CB8AC3E}">
        <p14:creationId xmlns:p14="http://schemas.microsoft.com/office/powerpoint/2010/main" val="1443272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CA6E4-34DF-5719-F2B3-8C1A0F247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5A0D3B-C200-A728-B327-E94B4B4C9C18}"/>
              </a:ext>
            </a:extLst>
          </p:cNvPr>
          <p:cNvSpPr txBox="1"/>
          <p:nvPr/>
        </p:nvSpPr>
        <p:spPr>
          <a:xfrm>
            <a:off x="1437640" y="1663858"/>
            <a:ext cx="945388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Inflectional morphology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changes the grammatical form of a word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changing its meaning or word class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Derivational morphology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words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often changes the word's meaning or grammatical category.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are important for understanding how words are formed and used in a language.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inflectional morphology helps identify grammatical relationships, while derivational morphology helps understand vocabulary and word meanings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inflectional and derivational morphology work together to help computers process and understand human language more accurately.</a:t>
            </a:r>
          </a:p>
        </p:txBody>
      </p:sp>
    </p:spTree>
    <p:extLst>
      <p:ext uri="{BB962C8B-B14F-4D97-AF65-F5344CB8AC3E}">
        <p14:creationId xmlns:p14="http://schemas.microsoft.com/office/powerpoint/2010/main" val="49916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23949"/>
            <a:ext cx="10972800" cy="11430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362</Words>
  <Application>Microsoft Office PowerPoint</Application>
  <PresentationFormat>Widescreen</PresentationFormat>
  <Paragraphs>96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Comparative Analysis of Inflectional and Derivational Morphology</vt:lpstr>
      <vt:lpstr>Introduction to Morphology</vt:lpstr>
      <vt:lpstr>Inflectional Morphology</vt:lpstr>
      <vt:lpstr>Derivational Morphology</vt:lpstr>
      <vt:lpstr>Comparative Analysis</vt:lpstr>
      <vt:lpstr>IMPLEMENTATION</vt:lpstr>
      <vt:lpstr>OUTPUT</vt:lpstr>
      <vt:lpstr>Challenges &amp; Applications </vt:lpstr>
      <vt:lpstr>CONCLUSION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subject/>
  <dc:creator>sankar</dc:creator>
  <cp:keywords/>
  <dc:description>generated using python-pptx</dc:description>
  <cp:lastModifiedBy>yasodhakrishna0915@gmail.com</cp:lastModifiedBy>
  <cp:revision>40</cp:revision>
  <dcterms:created xsi:type="dcterms:W3CDTF">2013-01-27T09:14:16Z</dcterms:created>
  <dcterms:modified xsi:type="dcterms:W3CDTF">2026-07-24T11:03:07Z</dcterms:modified>
  <cp:category/>
</cp:coreProperties>
</file>